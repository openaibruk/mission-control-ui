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Brand Guidelines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Modern. Playful. Community-Driven.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3343275"/>
            <a:ext cx="1828800" cy="91440"/>
          </a:xfrm>
          <a:prstGeom prst="rect">
            <a:avLst/>
          </a:prstGeom>
          <a:solidFill>
            <a:srgbClr val="E5393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Brand Personality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Attributes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Modern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Playful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Youthful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Affordable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Community-driven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Emotional Tone
</a:t>
            </a:r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Fun social buying experience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Smart savings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Trust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Community energy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Analogy: Digital mall with a community heart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 Palette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828800" cy="1828800"/>
          </a:xfrm>
          <a:prstGeom prst="rect">
            <a:avLst/>
          </a:prstGeom>
          <a:solidFill>
            <a:srgbClr val="E5393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38404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Red
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#E53935
</a:t>
            </a:r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accent, CTAs, highlights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0" y="182880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38404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White
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#FFFFFF
</a:t>
            </a:r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Backgrounds, cards, negative space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1828800"/>
            <a:ext cx="1828800" cy="1828800"/>
          </a:xfrm>
          <a:prstGeom prst="rect">
            <a:avLst/>
          </a:prstGeom>
          <a:solidFill>
            <a:srgbClr val="00000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38404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Black
</a:t>
            </a:r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#000000
</a:t>
            </a:r>
            <a:pPr algn="ctr" indent="0" marL="0">
              <a:buNone/>
            </a:pPr>
            <a:r>
              <a:rPr lang="en-US" sz="120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Text, icons, borders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Typography &amp; Shapes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Font: Montserrat
</a:t>
            </a:r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H1: 2.5rem (40px) Bold
</a:t>
            </a:r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H2: 2.0rem (32px) SemiBold
</a:t>
            </a:r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H3: 1.5rem (24px) SemiBold
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Body: 1.0rem (16px) Regular
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18288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Shapes &amp; Design Principles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Curves over corners (8px–16px border-radius)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Perfect circles for avatars, icons, badges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Avoid sharp rectangles &amp; harsh lines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Clean, simple, minimal background
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Logo, Voice &amp; Tone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Logo Usage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Maintain original proportions (no stretching)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Minimum size: 120px wide for web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Clear Space: height of 'C'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NO effects (glow, shadow, skew)
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0" y="18288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Voice &amp; Tone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Friendly but professional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Clear, simple language (avoid jargon)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Emphasize savings and community benefits
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Use 'you' and 'we' to create connection
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39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build the future of Ethiopian ecommerce together.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30861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ChipChip Brand Guidelines 2025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2026-03-25T21:17:41Z</dcterms:created>
  <dcterms:modified xsi:type="dcterms:W3CDTF">2026-03-25T21:17:41Z</dcterms:modified>
</cp:coreProperties>
</file>