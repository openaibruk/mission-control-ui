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Multi-Agent AI Automation for Shopify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Architecture, Costs, and Implementation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Agentic Commerce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Moving beyond simple chatbots to autonomous teams:</a:t>
            </a:r>
          </a:p>
          <a:p>
            <a:r>
              <a:t>Domain-Specific Roles: CX, Inventory, Marketing</a:t>
            </a:r>
          </a:p>
          <a:p>
            <a:r>
              <a:t>API-First Execution: Deep Shopify GraphQL integration</a:t>
            </a:r>
          </a:p>
          <a:p>
            <a:r>
              <a:t>Constrained Autonomy: strict Human-in-the-Loop workflows</a:t>
            </a:r>
          </a:p>
          <a:p>
            <a:r>
              <a:t>Persistent Memory: Supabase Vector search for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OpenClaw Workspace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Strict Bounded Contexts ensure safe execution:</a:t>
            </a:r>
          </a:p>
          <a:p>
            <a:pPr lvl="1"/>
            <a:r>
              <a:t>/domains/ecommerce/: Core catalogs &amp; SOPs</a:t>
            </a:r>
          </a:p>
          <a:p>
            <a:pPr lvl="1"/>
            <a:r>
              <a:t>/projects/active/: Ephemeral task processing</a:t>
            </a:r>
          </a:p>
          <a:p>
            <a:pPr lvl="1"/>
            <a:r>
              <a:t>/ops/approvals.md: The HITL financial gateway</a:t>
            </a:r>
          </a:p>
          <a:p>
            <a:pPr lvl="1"/>
            <a:r>
              <a:t>/memory/: Facts &amp; daily logs (compacted weekly)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Roster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Nova (Orchestrator): Central router, webhook handler.</a:t>
            </a:r>
          </a:p>
          <a:p>
            <a:r>
              <a:t>Cipher (CX): WISMO, returns, Shopify customer API.</a:t>
            </a:r>
          </a:p>
          <a:p>
            <a:r>
              <a:t>Vision (Ops): Inventory thresholds, supplier PO drafting.</a:t>
            </a:r>
          </a:p>
          <a:p>
            <a:r>
              <a:t>Aroma (Marketing): SEO product drafts, social calendars.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Human-in-the-Loop (HITL)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Financial Triggers: Refunds &gt; $50 pause for approval.</a:t>
            </a:r>
          </a:p>
          <a:p>
            <a:r>
              <a:t>Destructive Actions: Deletions require manual sign-off.</a:t>
            </a:r>
          </a:p>
          <a:p>
            <a:r>
              <a:t>Handoff Manifests: Complex issues generate 'handoff.json' and alert human staff via Telegram.</a:t>
            </a:r>
          </a:p>
          <a:p>
            <a:r>
              <a:t>Mission Control: Live dashboard monitoring of agent tasks.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Cost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10k orders / 2k support tickets:</a:t>
            </a:r>
          </a:p>
          <a:p>
            <a:pPr lvl="1"/>
            <a:r>
              <a:t>LLM APIs (OpenRouter): $150 - $250</a:t>
            </a:r>
          </a:p>
          <a:p>
            <a:pPr lvl="1"/>
            <a:r>
              <a:t>Infrastructure (VPS): $20 - $40</a:t>
            </a:r>
          </a:p>
          <a:p>
            <a:pPr lvl="1"/>
            <a:r>
              <a:t>Supabase (DB/Memory): $25</a:t>
            </a:r>
          </a:p>
          <a:p>
            <a:pPr lvl="1"/>
            <a:r>
              <a:t>Sendblue/SaaS: $30</a:t>
            </a:r>
          </a:p>
          <a:p>
            <a:pPr/>
            <a:r>
              <a:t>TOTAL ESTIMATE: ~$225 - $345 / 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Month 1: Deploy OpenClaw, Supabase, and Shopify API skills.</a:t>
            </a:r>
          </a:p>
          <a:p>
            <a:r>
              <a:t>Month 2: Shadow Mode CX Agent (drafts only, human sends).</a:t>
            </a:r>
          </a:p>
          <a:p>
            <a:r>
              <a:t>Month 3: Enable low-value autonomy &amp; deploy Inventory Ops agent.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