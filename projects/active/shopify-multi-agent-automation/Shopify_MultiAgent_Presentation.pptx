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Multi-Agent AI Automation for Shopify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Research, Use Cases &amp; Setup Action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Agentic Commerce: Key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Experience (CX)</a:t>
            </a:r>
          </a:p>
          <a:p>
            <a:pPr lvl="1"/>
            <a:r>
              <a:t>Resolve tickets, process returns, personal shopper.</a:t>
            </a:r>
          </a:p>
          <a:p>
            <a:pPr/>
            <a:r>
              <a:t>Inventory &amp; Operations</a:t>
            </a:r>
          </a:p>
          <a:p>
            <a:pPr lvl="1"/>
            <a:r>
              <a:t>Monitor stock, draft POs, sync logistics.</a:t>
            </a:r>
          </a:p>
          <a:p>
            <a:pPr/>
            <a:r>
              <a:t>Marketing &amp; Catalog</a:t>
            </a:r>
          </a:p>
          <a:p>
            <a:pPr lvl="1"/>
            <a:r>
              <a:t>SEO drafting, dynamic translation, social media.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OpenClaw Setup Action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Foundation</a:t>
            </a:r>
          </a:p>
          <a:p>
            <a:pPr lvl="1"/>
            <a:r>
              <a:t>Deploy Mission Control &amp; register agents.</a:t>
            </a:r>
          </a:p>
          <a:p>
            <a:pPr/>
            <a:r>
              <a:t>Phase 2: Integration</a:t>
            </a:r>
          </a:p>
          <a:p>
            <a:pPr lvl="1"/>
            <a:r>
              <a:t>Connect Shopify Admin API via custom skills.</a:t>
            </a:r>
          </a:p>
          <a:p>
            <a:pPr/>
            <a:r>
              <a:t>Phase 3: Human-in-the-Loop</a:t>
            </a:r>
          </a:p>
          <a:p>
            <a:pPr lvl="1"/>
            <a:r>
              <a:t>Enforce approvals for financial/destructive actions.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